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3"/>
  </p:sldIdLst>
</p:presentation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nvSpPr>
          <p:cNvPr id="2" name="s"/>
          <p:cNvSpPr/>
          <p:nvPr>
            <p:ph type="body"/>
          </p:nvPr>
        </p:nvSpPr>
        <p:txBody>
          <a:p>
            <a:pPr lvl="0"/>
            <a:r>
              <a:t>Ask who has eaten pizza this week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s"/>
          <p:cNvSpPr/>
          <p:nvPr>
            <p:ph type="title"/>
          </p:nvPr>
        </p:nvSpPr>
        <p:txBody>
          <a:p>
            <a:pPr lvl="0"/>
            <a:r>
              <a:t>Fractions Intro</a:t>
            </a:r>
          </a:p>
        </p:txBody>
      </p:sp>
      <p:sp>
        <p:nvSpPr>
          <p:cNvPr id="2" name="s"/>
          <p:cNvSpPr/>
          <p:nvPr>
            <p:ph type="body"/>
          </p:nvPr>
        </p:nvSpPr>
        <p:txBody>
          <a:p>
            <a:pPr lvl="0"/>
            <a:r>
              <a:t>A fraction is part of a whole</a:t>
            </a:r>
          </a:p>
          <a:p>
            <a:pPr lvl="1"/>
            <a:r>
              <a:t>numerator on top</a:t>
            </a:r>
          </a:p>
          <a:p>
            <a:pPr lvl="1"/>
            <a:r>
              <a:t>denominator below</a:t>
            </a:r>
          </a:p>
        </p:txBody>
      </p:sp>
      <p:pic>
        <p:nvPicPr>
          <p:cNvPr id="4" name="pic" descr="Pizza cut into eighths"/>
          <p:cNvPicPr/>
          <p:nvPr/>
        </p:nvPicPr>
        <p:blipFill>
          <a:blip r:embed="rId2"/>
        </p:blipFill>
      </p:pic>
      <p:graphicFrame>
        <p:nvGraphicFramePr>
          <p:cNvPr id="5" name="t"/>
          <p:cNvGraphicFramePr/>
          <p:nvPr/>
        </p:nvGraphicFramePr>
        <a:graphic>
          <a:graphicData uri="http://schemas.openxmlformats.org/drawingml/2006/table">
            <a:tbl>
              <a:tr>
                <a:tc>
                  <a:txBody>
                    <a:p>
                      <a:r>
                        <a:t>Fraction</a:t>
                      </a:r>
                    </a:p>
                  </a:txBody>
                </a:tc>
                <a:tc>
                  <a:txBody>
                    <a:p>
                      <a:r>
                        <a:t>Decimal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1/2</a:t>
                      </a:r>
                    </a:p>
                  </a:txBody>
                </a:tc>
                <a:tc>
                  <a:txBody>
                    <a:p>
                      <a:r>
                        <a:t>0.5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="0">
  <p:cSld>
    <p:spTree>
      <p:sp>
        <p:nvSpPr>
          <p:cNvPr id="2" name="s"/>
          <p:cNvSpPr/>
          <p:nvPr>
            <p:ph type="title"/>
          </p:nvPr>
        </p:nvSpPr>
        <p:txBody>
          <a:p>
            <a:pPr lvl="0"/>
            <a:r>
              <a:t>Exit Ticket</a:t>
            </a:r>
          </a:p>
        </p:txBody>
      </p:sp>
      <p:sp>
        <p:nvSpPr>
          <p:cNvPr id="2" name="s"/>
          <p:cNvSpPr/>
          <p:nvPr>
            <p:ph type="body"/>
          </p:nvPr>
        </p:nvSpPr>
        <p:txBody>
          <a:p>
            <a:pPr lvl="0"/>
            <a:r>
              <a:t>Shade 3/8 of the pizza</a:t>
            </a:r>
          </a:p>
        </p:txBody>
      </p:sp>
    </p:spTree>
  </p:cSld>
</p:sld>
</file>